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98C03-208F-B931-4E4E-8809DC87B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E4A32-4B13-C028-150C-192D46F3B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63303-BEFF-95E7-8E16-E954C5BFC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5418C-ADA8-45A5-AFDF-54EAA26624A7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E96C5-0BE6-34B2-7AB5-2106854B1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C4FAF-74BD-DA11-E0BF-990B0B409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494A4-7ED6-46F4-9DCA-FA36BB4F9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094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82557-A71C-8853-8424-EC8D8A7C3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611FD-B6EE-36DE-76B9-B89B2ED05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99BCF-6C2C-E33C-A1EC-3CCDEE753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5418C-ADA8-45A5-AFDF-54EAA26624A7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A0621-0D3D-B289-6702-77F948917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C5128-2140-FE0E-CCD4-0129528E3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494A4-7ED6-46F4-9DCA-FA36BB4F9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211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B2E6E-29DB-F07F-ABD9-E5D4DC516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AFABA-1663-BF6B-9822-DA93A110D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CDBDC-9013-EC33-1190-8610D3773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5418C-ADA8-45A5-AFDF-54EAA26624A7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930A9-E648-5BA4-B685-65AD0ADB3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EB6ED-CA85-F776-3DC5-1A54AA485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494A4-7ED6-46F4-9DCA-FA36BB4F9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387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5EE2A-21BE-22D7-E23B-651039AA5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F4740-2A87-4532-11B8-574613D11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E31BA-50D6-F7AC-77FE-671EF37E2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DCB92-7ED9-F628-281E-DED3D1EB8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5418C-ADA8-45A5-AFDF-54EAA26624A7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3D9D0-C28B-6298-6CB9-5D1F6E6FC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3A5FF-9920-F78D-2029-9FE1A8634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494A4-7ED6-46F4-9DCA-FA36BB4F9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987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FC77C-946B-43FF-F995-5C976964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16F5F-F01C-4EA3-4E8D-FEB28B710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742146-91B6-801D-F26D-52B6EFBA4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A1D82-74E7-DD9B-63A6-497090DDDA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F3EE88-F786-7312-7275-58662E2DD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F53547-4A53-3524-40A0-56AB0B634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5418C-ADA8-45A5-AFDF-54EAA26624A7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9A8299-5852-66BD-FE20-B57300A27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AEDD26-0223-1A6F-938A-092618BC5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494A4-7ED6-46F4-9DCA-FA36BB4F9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471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9778E-D448-FEF5-C89A-9D15408DD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97EA59-1BB3-F327-D9CE-A8A37D160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5418C-ADA8-45A5-AFDF-54EAA26624A7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524E85-CA4A-03AA-9977-81A1B3955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62C75-57E0-A3DF-B011-BA9937D3F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494A4-7ED6-46F4-9DCA-FA36BB4F9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938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C6AF5A-AC13-8EDC-6752-8193A764F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5418C-ADA8-45A5-AFDF-54EAA26624A7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D2702E-9471-9251-7FE5-72EC2C71A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027F5-B9CC-05EA-1D2A-BFABF24B6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494A4-7ED6-46F4-9DCA-FA36BB4F9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598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BB542-DC86-925E-6E4D-192D20B03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700B5-5740-FA94-80D6-BC496B2D0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113561-ED75-33F7-A8C6-460B0BB0A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4B84F-1A19-3F39-D644-CA278147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5418C-ADA8-45A5-AFDF-54EAA26624A7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E492A-03CB-47EA-7E02-C7CB9DC4F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7F1AD-CB74-74A6-0B00-75DE9C38A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494A4-7ED6-46F4-9DCA-FA36BB4F9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188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81BF5-B25C-10C5-BAF7-0F661FF65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5EC551-B7DB-E0AE-6B9C-14AEA5CFD2C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D8BA1-0A53-B4E3-7CF1-E7FA016545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7C746-0AC5-0C37-1C22-1E789A9D1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5418C-ADA8-45A5-AFDF-54EAA26624A7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C00B0-0F36-E153-4AA7-FA56E4135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3894E-0965-2FE8-199D-B1133C3E3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494A4-7ED6-46F4-9DCA-FA36BB4F9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622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F6869-4902-4563-C6ED-C61A54A36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00C472-B881-A995-393D-4659C5D5C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1FE6A-2CAE-3EA2-20E8-EF3A13A7E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5418C-ADA8-45A5-AFDF-54EAA26624A7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2388A-1FC8-7983-ABF9-607EC2040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1CE3C-BBC7-C171-691D-DC2F850DF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494A4-7ED6-46F4-9DCA-FA36BB4F9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974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0FCDB-8D5D-92FB-0231-93E386C5B5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490278-AB1D-8075-280D-AB37B6255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0149C-C23C-3026-E182-BDE5F324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5418C-ADA8-45A5-AFDF-54EAA26624A7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94766-62D4-BDAD-736F-4D647B5DD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893EF-DED6-45F5-3E6E-F8A77CF1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494A4-7ED6-46F4-9DCA-FA36BB4F9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372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4A9D12-DCEC-DF05-2AD8-357EF17F3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34F59-7C34-199C-81A2-1E2D48D47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F2DAE-B571-46AC-C3B5-5782E30C4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25418C-ADA8-45A5-AFDF-54EAA26624A7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9BB41-A781-88B0-AAFD-6710A480F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25107-3ED4-4033-7946-397DEEB358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6494A4-7ED6-46F4-9DCA-FA36BB4F9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805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F2B754-09C8-3796-9D6D-0A98B5517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83" y="205959"/>
            <a:ext cx="1233097" cy="123309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6559A5-C728-BB7B-D791-22E822E0797A}"/>
              </a:ext>
            </a:extLst>
          </p:cNvPr>
          <p:cNvSpPr/>
          <p:nvPr/>
        </p:nvSpPr>
        <p:spPr>
          <a:xfrm>
            <a:off x="1757752" y="627635"/>
            <a:ext cx="1590205" cy="3897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F5F647ED-17FA-DD5B-543F-8E088AA07603}"/>
              </a:ext>
            </a:extLst>
          </p:cNvPr>
          <p:cNvSpPr/>
          <p:nvPr/>
        </p:nvSpPr>
        <p:spPr>
          <a:xfrm>
            <a:off x="881219" y="1439056"/>
            <a:ext cx="317994" cy="83944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C982F-D73F-2CAE-0A36-433310E16C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46" t="14057" r="11666" b="20905"/>
          <a:stretch>
            <a:fillRect/>
          </a:stretch>
        </p:blipFill>
        <p:spPr>
          <a:xfrm>
            <a:off x="283565" y="2456842"/>
            <a:ext cx="1474187" cy="127006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33EFE94-8F24-22A7-6D21-FE67E0164474}"/>
              </a:ext>
            </a:extLst>
          </p:cNvPr>
          <p:cNvSpPr/>
          <p:nvPr/>
        </p:nvSpPr>
        <p:spPr>
          <a:xfrm>
            <a:off x="1845117" y="2868898"/>
            <a:ext cx="1590205" cy="3897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HOSPITAL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FB6845A-B9DF-73ED-B2F3-86C40FDA01A6}"/>
              </a:ext>
            </a:extLst>
          </p:cNvPr>
          <p:cNvSpPr/>
          <p:nvPr/>
        </p:nvSpPr>
        <p:spPr>
          <a:xfrm>
            <a:off x="1757752" y="1599340"/>
            <a:ext cx="1590205" cy="4558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ENCOUNTER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842B2325-B898-DE11-F103-FE780C3608FA}"/>
              </a:ext>
            </a:extLst>
          </p:cNvPr>
          <p:cNvSpPr/>
          <p:nvPr/>
        </p:nvSpPr>
        <p:spPr>
          <a:xfrm>
            <a:off x="901058" y="3848912"/>
            <a:ext cx="317994" cy="83944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B9F80B3-BB9E-8107-735B-EB73225F54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213" t="12289" r="16407" b="12432"/>
          <a:stretch>
            <a:fillRect/>
          </a:stretch>
        </p:blipFill>
        <p:spPr>
          <a:xfrm>
            <a:off x="399583" y="4810362"/>
            <a:ext cx="1358169" cy="134286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FD008A-8461-D49D-86EA-B78B8EE3EA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222" t="15680" r="17092" b="21381"/>
          <a:stretch>
            <a:fillRect/>
          </a:stretch>
        </p:blipFill>
        <p:spPr>
          <a:xfrm>
            <a:off x="3842324" y="4688361"/>
            <a:ext cx="1474188" cy="1487960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EE5F2C78-7431-C241-FC14-E99C581F296A}"/>
              </a:ext>
            </a:extLst>
          </p:cNvPr>
          <p:cNvSpPr/>
          <p:nvPr/>
        </p:nvSpPr>
        <p:spPr>
          <a:xfrm>
            <a:off x="2173574" y="5432341"/>
            <a:ext cx="1049311" cy="33887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F2D2F1-6BA4-D0B3-C7C3-A316E28DCEDC}"/>
              </a:ext>
            </a:extLst>
          </p:cNvPr>
          <p:cNvSpPr/>
          <p:nvPr/>
        </p:nvSpPr>
        <p:spPr>
          <a:xfrm>
            <a:off x="5689705" y="4342093"/>
            <a:ext cx="1929828" cy="445957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2321C8-0E0E-1738-D6FD-E6E0931DEDC8}"/>
              </a:ext>
            </a:extLst>
          </p:cNvPr>
          <p:cNvSpPr/>
          <p:nvPr/>
        </p:nvSpPr>
        <p:spPr>
          <a:xfrm>
            <a:off x="1675305" y="4342093"/>
            <a:ext cx="1929828" cy="6445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 REPORT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0CD3740-54E4-BC8C-2E55-87B8E228D43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151"/>
          <a:stretch>
            <a:fillRect/>
          </a:stretch>
        </p:blipFill>
        <p:spPr>
          <a:xfrm>
            <a:off x="5935951" y="5128437"/>
            <a:ext cx="953749" cy="946680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592FD89B-31F0-A7E7-E816-3A801BD8B837}"/>
              </a:ext>
            </a:extLst>
          </p:cNvPr>
          <p:cNvSpPr/>
          <p:nvPr/>
        </p:nvSpPr>
        <p:spPr>
          <a:xfrm>
            <a:off x="7405141" y="5246557"/>
            <a:ext cx="2613285" cy="906671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 CLINICAL MANIFESTATIONS</a:t>
            </a:r>
          </a:p>
        </p:txBody>
      </p:sp>
      <p:sp>
        <p:nvSpPr>
          <p:cNvPr id="28" name="Arrow: Left-Up 27">
            <a:extLst>
              <a:ext uri="{FF2B5EF4-FFF2-40B4-BE49-F238E27FC236}">
                <a16:creationId xmlns:a16="http://schemas.microsoft.com/office/drawing/2014/main" id="{2B176C44-2080-DB40-207E-0A30A256C4DB}"/>
              </a:ext>
            </a:extLst>
          </p:cNvPr>
          <p:cNvSpPr/>
          <p:nvPr/>
        </p:nvSpPr>
        <p:spPr>
          <a:xfrm>
            <a:off x="9434282" y="2696185"/>
            <a:ext cx="539646" cy="1992176"/>
          </a:xfrm>
          <a:prstGeom prst="left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F5837F2-F515-B3C0-F7B7-0071FC0C2FB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9016" t="28999" r="29219" b="32955"/>
          <a:stretch>
            <a:fillRect/>
          </a:stretch>
        </p:blipFill>
        <p:spPr>
          <a:xfrm>
            <a:off x="9186944" y="627635"/>
            <a:ext cx="1247304" cy="147904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8FBB5EC0-BA98-8FF8-E4CB-7F34781B1FD0}"/>
              </a:ext>
            </a:extLst>
          </p:cNvPr>
          <p:cNvSpPr/>
          <p:nvPr/>
        </p:nvSpPr>
        <p:spPr>
          <a:xfrm>
            <a:off x="6781955" y="1517061"/>
            <a:ext cx="1929828" cy="445957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</a:t>
            </a:r>
          </a:p>
        </p:txBody>
      </p:sp>
    </p:spTree>
    <p:extLst>
      <p:ext uri="{BB962C8B-B14F-4D97-AF65-F5344CB8AC3E}">
        <p14:creationId xmlns:p14="http://schemas.microsoft.com/office/powerpoint/2010/main" val="2138470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 Chakraborty</dc:creator>
  <cp:lastModifiedBy>Priya Chakraborty</cp:lastModifiedBy>
  <cp:revision>1</cp:revision>
  <dcterms:created xsi:type="dcterms:W3CDTF">2026-10-14T14:27:58Z</dcterms:created>
  <dcterms:modified xsi:type="dcterms:W3CDTF">2026-10-14T14:47:15Z</dcterms:modified>
</cp:coreProperties>
</file>